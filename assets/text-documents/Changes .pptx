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Sharma" userId="3f79d9e1-a0cc-4b53-a092-53394bb453f1" providerId="ADAL" clId="{F23C6896-26D3-4CF8-A3C1-E57471ED2CA1}"/>
    <pc:docChg chg="custSel addSld modSld">
      <pc:chgData name="Jayesh Sharma" userId="3f79d9e1-a0cc-4b53-a092-53394bb453f1" providerId="ADAL" clId="{F23C6896-26D3-4CF8-A3C1-E57471ED2CA1}" dt="2026-01-21T04:07:03.891" v="1256" actId="20577"/>
      <pc:docMkLst>
        <pc:docMk/>
      </pc:docMkLst>
      <pc:sldChg chg="modSp new mod">
        <pc:chgData name="Jayesh Sharma" userId="3f79d9e1-a0cc-4b53-a092-53394bb453f1" providerId="ADAL" clId="{F23C6896-26D3-4CF8-A3C1-E57471ED2CA1}" dt="2026-01-21T03:19:47.318" v="18" actId="20577"/>
        <pc:sldMkLst>
          <pc:docMk/>
          <pc:sldMk cId="2299145334" sldId="256"/>
        </pc:sldMkLst>
        <pc:spChg chg="mod">
          <ac:chgData name="Jayesh Sharma" userId="3f79d9e1-a0cc-4b53-a092-53394bb453f1" providerId="ADAL" clId="{F23C6896-26D3-4CF8-A3C1-E57471ED2CA1}" dt="2026-01-21T03:19:47.318" v="18" actId="20577"/>
          <ac:spMkLst>
            <pc:docMk/>
            <pc:sldMk cId="2299145334" sldId="256"/>
            <ac:spMk id="2" creationId="{B6ED5B6D-17E7-D0D7-4728-DD1EB222C1A8}"/>
          </ac:spMkLst>
        </pc:spChg>
      </pc:sldChg>
      <pc:sldChg chg="addSp delSp modSp new mod modClrScheme chgLayout">
        <pc:chgData name="Jayesh Sharma" userId="3f79d9e1-a0cc-4b53-a092-53394bb453f1" providerId="ADAL" clId="{F23C6896-26D3-4CF8-A3C1-E57471ED2CA1}" dt="2026-01-21T03:47:15.744" v="225" actId="1076"/>
        <pc:sldMkLst>
          <pc:docMk/>
          <pc:sldMk cId="87035261" sldId="257"/>
        </pc:sldMkLst>
        <pc:spChg chg="del mod ord">
          <ac:chgData name="Jayesh Sharma" userId="3f79d9e1-a0cc-4b53-a092-53394bb453f1" providerId="ADAL" clId="{F23C6896-26D3-4CF8-A3C1-E57471ED2CA1}" dt="2026-01-21T03:32:46.228" v="33" actId="700"/>
          <ac:spMkLst>
            <pc:docMk/>
            <pc:sldMk cId="87035261" sldId="257"/>
            <ac:spMk id="2" creationId="{3D813044-75B8-A35D-20A3-31E0B8AEC78B}"/>
          </ac:spMkLst>
        </pc:spChg>
        <pc:spChg chg="add del mod ord">
          <ac:chgData name="Jayesh Sharma" userId="3f79d9e1-a0cc-4b53-a092-53394bb453f1" providerId="ADAL" clId="{F23C6896-26D3-4CF8-A3C1-E57471ED2CA1}" dt="2026-01-21T03:32:46.228" v="33" actId="700"/>
          <ac:spMkLst>
            <pc:docMk/>
            <pc:sldMk cId="87035261" sldId="257"/>
            <ac:spMk id="3" creationId="{4EA11818-1D35-6477-5E41-2843903899FA}"/>
          </ac:spMkLst>
        </pc:spChg>
        <pc:spChg chg="add">
          <ac:chgData name="Jayesh Sharma" userId="3f79d9e1-a0cc-4b53-a092-53394bb453f1" providerId="ADAL" clId="{F23C6896-26D3-4CF8-A3C1-E57471ED2CA1}" dt="2026-01-21T03:32:11.046" v="21"/>
          <ac:spMkLst>
            <pc:docMk/>
            <pc:sldMk cId="87035261" sldId="257"/>
            <ac:spMk id="6" creationId="{99BFB7D4-512A-06E1-2CA4-46444CD3C3FA}"/>
          </ac:spMkLst>
        </pc:spChg>
        <pc:spChg chg="add mod">
          <ac:chgData name="Jayesh Sharma" userId="3f79d9e1-a0cc-4b53-a092-53394bb453f1" providerId="ADAL" clId="{F23C6896-26D3-4CF8-A3C1-E57471ED2CA1}" dt="2026-01-21T03:32:12.756" v="22"/>
          <ac:spMkLst>
            <pc:docMk/>
            <pc:sldMk cId="87035261" sldId="257"/>
            <ac:spMk id="7" creationId="{78B8CC8E-8073-FEF7-BC0C-22DC0213E205}"/>
          </ac:spMkLst>
        </pc:spChg>
        <pc:spChg chg="add mod ord">
          <ac:chgData name="Jayesh Sharma" userId="3f79d9e1-a0cc-4b53-a092-53394bb453f1" providerId="ADAL" clId="{F23C6896-26D3-4CF8-A3C1-E57471ED2CA1}" dt="2026-01-21T03:43:53.933" v="167" actId="1076"/>
          <ac:spMkLst>
            <pc:docMk/>
            <pc:sldMk cId="87035261" sldId="257"/>
            <ac:spMk id="9" creationId="{CCC970AB-C8BD-6774-DD16-985974020C1B}"/>
          </ac:spMkLst>
        </pc:spChg>
        <pc:spChg chg="add del mod ord">
          <ac:chgData name="Jayesh Sharma" userId="3f79d9e1-a0cc-4b53-a092-53394bb453f1" providerId="ADAL" clId="{F23C6896-26D3-4CF8-A3C1-E57471ED2CA1}" dt="2026-01-21T03:32:54.602" v="37" actId="478"/>
          <ac:spMkLst>
            <pc:docMk/>
            <pc:sldMk cId="87035261" sldId="257"/>
            <ac:spMk id="10" creationId="{109C051C-6948-27D0-AAE9-538B9B5C7A06}"/>
          </ac:spMkLst>
        </pc:spChg>
        <pc:spChg chg="add del mod ord">
          <ac:chgData name="Jayesh Sharma" userId="3f79d9e1-a0cc-4b53-a092-53394bb453f1" providerId="ADAL" clId="{F23C6896-26D3-4CF8-A3C1-E57471ED2CA1}" dt="2026-01-21T03:32:57.732" v="38" actId="478"/>
          <ac:spMkLst>
            <pc:docMk/>
            <pc:sldMk cId="87035261" sldId="257"/>
            <ac:spMk id="11" creationId="{E27AB80A-F798-9B38-86B0-4FB376CD495F}"/>
          </ac:spMkLst>
        </pc:spChg>
        <pc:spChg chg="add mod">
          <ac:chgData name="Jayesh Sharma" userId="3f79d9e1-a0cc-4b53-a092-53394bb453f1" providerId="ADAL" clId="{F23C6896-26D3-4CF8-A3C1-E57471ED2CA1}" dt="2026-01-21T03:45:47.945" v="208" actId="20577"/>
          <ac:spMkLst>
            <pc:docMk/>
            <pc:sldMk cId="87035261" sldId="257"/>
            <ac:spMk id="14" creationId="{6AF997B3-AFC5-6F21-73D2-9AE35617B8F0}"/>
          </ac:spMkLst>
        </pc:spChg>
        <pc:spChg chg="add mod">
          <ac:chgData name="Jayesh Sharma" userId="3f79d9e1-a0cc-4b53-a092-53394bb453f1" providerId="ADAL" clId="{F23C6896-26D3-4CF8-A3C1-E57471ED2CA1}" dt="2026-01-21T03:46:58.019" v="215" actId="208"/>
          <ac:spMkLst>
            <pc:docMk/>
            <pc:sldMk cId="87035261" sldId="257"/>
            <ac:spMk id="17" creationId="{15B9FBA3-E0C0-367E-A5CE-BD9FF815494F}"/>
          </ac:spMkLst>
        </pc:spChg>
        <pc:spChg chg="add mod">
          <ac:chgData name="Jayesh Sharma" userId="3f79d9e1-a0cc-4b53-a092-53394bb453f1" providerId="ADAL" clId="{F23C6896-26D3-4CF8-A3C1-E57471ED2CA1}" dt="2026-01-21T03:47:15.744" v="225" actId="1076"/>
          <ac:spMkLst>
            <pc:docMk/>
            <pc:sldMk cId="87035261" sldId="257"/>
            <ac:spMk id="19" creationId="{091A36CF-2CF1-EF41-0E4C-0AC8DA3F3FDE}"/>
          </ac:spMkLst>
        </pc:spChg>
        <pc:picChg chg="add mod">
          <ac:chgData name="Jayesh Sharma" userId="3f79d9e1-a0cc-4b53-a092-53394bb453f1" providerId="ADAL" clId="{F23C6896-26D3-4CF8-A3C1-E57471ED2CA1}" dt="2026-01-21T03:32:06.321" v="20"/>
          <ac:picMkLst>
            <pc:docMk/>
            <pc:sldMk cId="87035261" sldId="257"/>
            <ac:picMk id="5" creationId="{447C2E45-069D-ED96-59BA-596904EBDA2F}"/>
          </ac:picMkLst>
        </pc:picChg>
        <pc:picChg chg="add mod modCrop">
          <ac:chgData name="Jayesh Sharma" userId="3f79d9e1-a0cc-4b53-a092-53394bb453f1" providerId="ADAL" clId="{F23C6896-26D3-4CF8-A3C1-E57471ED2CA1}" dt="2026-01-21T03:43:08.401" v="165" actId="1076"/>
          <ac:picMkLst>
            <pc:docMk/>
            <pc:sldMk cId="87035261" sldId="257"/>
            <ac:picMk id="8" creationId="{DD75D4F1-0D68-052F-C7C9-25427C9E75D1}"/>
          </ac:picMkLst>
        </pc:picChg>
        <pc:picChg chg="add mod modCrop">
          <ac:chgData name="Jayesh Sharma" userId="3f79d9e1-a0cc-4b53-a092-53394bb453f1" providerId="ADAL" clId="{F23C6896-26D3-4CF8-A3C1-E57471ED2CA1}" dt="2026-01-21T03:42:59.033" v="160" actId="1076"/>
          <ac:picMkLst>
            <pc:docMk/>
            <pc:sldMk cId="87035261" sldId="257"/>
            <ac:picMk id="12" creationId="{49B4FF30-5E6B-BC80-6455-DD611CCDE118}"/>
          </ac:picMkLst>
        </pc:picChg>
        <pc:picChg chg="add mod">
          <ac:chgData name="Jayesh Sharma" userId="3f79d9e1-a0cc-4b53-a092-53394bb453f1" providerId="ADAL" clId="{F23C6896-26D3-4CF8-A3C1-E57471ED2CA1}" dt="2026-01-21T03:46:37.932" v="211" actId="1076"/>
          <ac:picMkLst>
            <pc:docMk/>
            <pc:sldMk cId="87035261" sldId="257"/>
            <ac:picMk id="16" creationId="{3C2CFA2C-4B53-70AF-CC6F-E9C78432D2EF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3:52:32.358" v="554" actId="1076"/>
        <pc:sldMkLst>
          <pc:docMk/>
          <pc:sldMk cId="780451155" sldId="258"/>
        </pc:sldMkLst>
        <pc:spChg chg="mod">
          <ac:chgData name="Jayesh Sharma" userId="3f79d9e1-a0cc-4b53-a092-53394bb453f1" providerId="ADAL" clId="{F23C6896-26D3-4CF8-A3C1-E57471ED2CA1}" dt="2026-01-21T03:49:01.080" v="314" actId="20577"/>
          <ac:spMkLst>
            <pc:docMk/>
            <pc:sldMk cId="780451155" sldId="258"/>
            <ac:spMk id="2" creationId="{CA0A65E7-CEAB-6624-06B2-8D63733292CB}"/>
          </ac:spMkLst>
        </pc:spChg>
        <pc:spChg chg="del">
          <ac:chgData name="Jayesh Sharma" userId="3f79d9e1-a0cc-4b53-a092-53394bb453f1" providerId="ADAL" clId="{F23C6896-26D3-4CF8-A3C1-E57471ED2CA1}" dt="2026-01-21T03:48:03.575" v="231" actId="478"/>
          <ac:spMkLst>
            <pc:docMk/>
            <pc:sldMk cId="780451155" sldId="258"/>
            <ac:spMk id="3" creationId="{320E0669-0AF4-C797-1622-A77E147955AA}"/>
          </ac:spMkLst>
        </pc:spChg>
        <pc:spChg chg="del">
          <ac:chgData name="Jayesh Sharma" userId="3f79d9e1-a0cc-4b53-a092-53394bb453f1" providerId="ADAL" clId="{F23C6896-26D3-4CF8-A3C1-E57471ED2CA1}" dt="2026-01-21T03:50:29.201" v="412" actId="478"/>
          <ac:spMkLst>
            <pc:docMk/>
            <pc:sldMk cId="780451155" sldId="258"/>
            <ac:spMk id="4" creationId="{6645C9F5-4409-BE97-185D-821529C32817}"/>
          </ac:spMkLst>
        </pc:spChg>
        <pc:spChg chg="add">
          <ac:chgData name="Jayesh Sharma" userId="3f79d9e1-a0cc-4b53-a092-53394bb453f1" providerId="ADAL" clId="{F23C6896-26D3-4CF8-A3C1-E57471ED2CA1}" dt="2026-01-21T03:47:55.615" v="227"/>
          <ac:spMkLst>
            <pc:docMk/>
            <pc:sldMk cId="780451155" sldId="258"/>
            <ac:spMk id="5" creationId="{E3CADB6F-57EF-9582-9C04-B5A7D891EB6D}"/>
          </ac:spMkLst>
        </pc:spChg>
        <pc:spChg chg="add mod">
          <ac:chgData name="Jayesh Sharma" userId="3f79d9e1-a0cc-4b53-a092-53394bb453f1" providerId="ADAL" clId="{F23C6896-26D3-4CF8-A3C1-E57471ED2CA1}" dt="2026-01-21T03:49:56.501" v="411" actId="20577"/>
          <ac:spMkLst>
            <pc:docMk/>
            <pc:sldMk cId="780451155" sldId="258"/>
            <ac:spMk id="7" creationId="{41EA7A33-B925-A9D8-5F06-09235C53440D}"/>
          </ac:spMkLst>
        </pc:spChg>
        <pc:spChg chg="add mod">
          <ac:chgData name="Jayesh Sharma" userId="3f79d9e1-a0cc-4b53-a092-53394bb453f1" providerId="ADAL" clId="{F23C6896-26D3-4CF8-A3C1-E57471ED2CA1}" dt="2026-01-21T03:50:51.233" v="420" actId="14100"/>
          <ac:spMkLst>
            <pc:docMk/>
            <pc:sldMk cId="780451155" sldId="258"/>
            <ac:spMk id="10" creationId="{65FFC7E1-73BC-E1C8-2C32-D53499EFE6E3}"/>
          </ac:spMkLst>
        </pc:spChg>
        <pc:spChg chg="add mod">
          <ac:chgData name="Jayesh Sharma" userId="3f79d9e1-a0cc-4b53-a092-53394bb453f1" providerId="ADAL" clId="{F23C6896-26D3-4CF8-A3C1-E57471ED2CA1}" dt="2026-01-21T03:51:44.071" v="504" actId="1076"/>
          <ac:spMkLst>
            <pc:docMk/>
            <pc:sldMk cId="780451155" sldId="258"/>
            <ac:spMk id="11" creationId="{C5A524A2-D831-7000-6950-A8FBFDBA79D6}"/>
          </ac:spMkLst>
        </pc:spChg>
        <pc:spChg chg="add mod">
          <ac:chgData name="Jayesh Sharma" userId="3f79d9e1-a0cc-4b53-a092-53394bb453f1" providerId="ADAL" clId="{F23C6896-26D3-4CF8-A3C1-E57471ED2CA1}" dt="2026-01-21T03:51:44.995" v="505"/>
          <ac:spMkLst>
            <pc:docMk/>
            <pc:sldMk cId="780451155" sldId="258"/>
            <ac:spMk id="12" creationId="{EE35CBB0-C702-8587-E752-D89EE0BEF34E}"/>
          </ac:spMkLst>
        </pc:spChg>
        <pc:spChg chg="add mod">
          <ac:chgData name="Jayesh Sharma" userId="3f79d9e1-a0cc-4b53-a092-53394bb453f1" providerId="ADAL" clId="{F23C6896-26D3-4CF8-A3C1-E57471ED2CA1}" dt="2026-01-21T03:51:44.995" v="505"/>
          <ac:spMkLst>
            <pc:docMk/>
            <pc:sldMk cId="780451155" sldId="258"/>
            <ac:spMk id="13" creationId="{05E5796B-5DC6-9314-7195-6AD88C0FB78D}"/>
          </ac:spMkLst>
        </pc:spChg>
        <pc:spChg chg="add mod">
          <ac:chgData name="Jayesh Sharma" userId="3f79d9e1-a0cc-4b53-a092-53394bb453f1" providerId="ADAL" clId="{F23C6896-26D3-4CF8-A3C1-E57471ED2CA1}" dt="2026-01-21T03:52:32.358" v="554" actId="1076"/>
          <ac:spMkLst>
            <pc:docMk/>
            <pc:sldMk cId="780451155" sldId="258"/>
            <ac:spMk id="15" creationId="{E3177BC9-8EAE-5150-23B1-AA46F2220A6D}"/>
          </ac:spMkLst>
        </pc:spChg>
        <pc:picChg chg="add mod">
          <ac:chgData name="Jayesh Sharma" userId="3f79d9e1-a0cc-4b53-a092-53394bb453f1" providerId="ADAL" clId="{F23C6896-26D3-4CF8-A3C1-E57471ED2CA1}" dt="2026-01-21T03:49:07.935" v="315" actId="1076"/>
          <ac:picMkLst>
            <pc:docMk/>
            <pc:sldMk cId="780451155" sldId="258"/>
            <ac:picMk id="6" creationId="{43802BAA-C87F-35A8-6043-9B49BBFB493D}"/>
          </ac:picMkLst>
        </pc:picChg>
        <pc:picChg chg="add mod">
          <ac:chgData name="Jayesh Sharma" userId="3f79d9e1-a0cc-4b53-a092-53394bb453f1" providerId="ADAL" clId="{F23C6896-26D3-4CF8-A3C1-E57471ED2CA1}" dt="2026-01-21T03:51:41.898" v="503" actId="1076"/>
          <ac:picMkLst>
            <pc:docMk/>
            <pc:sldMk cId="780451155" sldId="258"/>
            <ac:picMk id="9" creationId="{1C0B0E25-22A9-A502-6DA1-360C1BB5343D}"/>
          </ac:picMkLst>
        </pc:picChg>
        <pc:picChg chg="add mod modCrop">
          <ac:chgData name="Jayesh Sharma" userId="3f79d9e1-a0cc-4b53-a092-53394bb453f1" providerId="ADAL" clId="{F23C6896-26D3-4CF8-A3C1-E57471ED2CA1}" dt="2026-01-21T03:52:08.196" v="512" actId="14100"/>
          <ac:picMkLst>
            <pc:docMk/>
            <pc:sldMk cId="780451155" sldId="258"/>
            <ac:picMk id="14" creationId="{2FD7F3E8-E785-640D-ACE6-0E8A45662999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3:56:41.378" v="681" actId="1076"/>
        <pc:sldMkLst>
          <pc:docMk/>
          <pc:sldMk cId="1082560774" sldId="259"/>
        </pc:sldMkLst>
        <pc:spChg chg="mod">
          <ac:chgData name="Jayesh Sharma" userId="3f79d9e1-a0cc-4b53-a092-53394bb453f1" providerId="ADAL" clId="{F23C6896-26D3-4CF8-A3C1-E57471ED2CA1}" dt="2026-01-21T03:55:49.927" v="671" actId="27636"/>
          <ac:spMkLst>
            <pc:docMk/>
            <pc:sldMk cId="1082560774" sldId="259"/>
            <ac:spMk id="2" creationId="{CD6E3CC3-D845-AD01-048F-E96F8AE6F316}"/>
          </ac:spMkLst>
        </pc:spChg>
        <pc:spChg chg="del">
          <ac:chgData name="Jayesh Sharma" userId="3f79d9e1-a0cc-4b53-a092-53394bb453f1" providerId="ADAL" clId="{F23C6896-26D3-4CF8-A3C1-E57471ED2CA1}" dt="2026-01-21T03:55:56.078" v="674" actId="478"/>
          <ac:spMkLst>
            <pc:docMk/>
            <pc:sldMk cId="1082560774" sldId="259"/>
            <ac:spMk id="3" creationId="{79C39DC9-EA17-51FC-3016-BDAA3DFF99DA}"/>
          </ac:spMkLst>
        </pc:spChg>
        <pc:spChg chg="del">
          <ac:chgData name="Jayesh Sharma" userId="3f79d9e1-a0cc-4b53-a092-53394bb453f1" providerId="ADAL" clId="{F23C6896-26D3-4CF8-A3C1-E57471ED2CA1}" dt="2026-01-21T03:55:54.928" v="673" actId="478"/>
          <ac:spMkLst>
            <pc:docMk/>
            <pc:sldMk cId="1082560774" sldId="259"/>
            <ac:spMk id="4" creationId="{071EE24F-EA8C-0E64-CA4B-91D4A1848E4B}"/>
          </ac:spMkLst>
        </pc:spChg>
        <pc:spChg chg="add">
          <ac:chgData name="Jayesh Sharma" userId="3f79d9e1-a0cc-4b53-a092-53394bb453f1" providerId="ADAL" clId="{F23C6896-26D3-4CF8-A3C1-E57471ED2CA1}" dt="2026-01-21T03:54:25.514" v="556"/>
          <ac:spMkLst>
            <pc:docMk/>
            <pc:sldMk cId="1082560774" sldId="259"/>
            <ac:spMk id="5" creationId="{80B434DC-B26C-F474-84CB-346889E9B27C}"/>
          </ac:spMkLst>
        </pc:spChg>
        <pc:spChg chg="add mod">
          <ac:chgData name="Jayesh Sharma" userId="3f79d9e1-a0cc-4b53-a092-53394bb453f1" providerId="ADAL" clId="{F23C6896-26D3-4CF8-A3C1-E57471ED2CA1}" dt="2026-01-21T03:55:59.023" v="675" actId="1076"/>
          <ac:spMkLst>
            <pc:docMk/>
            <pc:sldMk cId="1082560774" sldId="259"/>
            <ac:spMk id="8" creationId="{70E6F99C-06A4-5998-51B9-7C8D47B536F1}"/>
          </ac:spMkLst>
        </pc:spChg>
        <pc:picChg chg="add mod modCrop">
          <ac:chgData name="Jayesh Sharma" userId="3f79d9e1-a0cc-4b53-a092-53394bb453f1" providerId="ADAL" clId="{F23C6896-26D3-4CF8-A3C1-E57471ED2CA1}" dt="2026-01-21T03:54:40.781" v="561" actId="1076"/>
          <ac:picMkLst>
            <pc:docMk/>
            <pc:sldMk cId="1082560774" sldId="259"/>
            <ac:picMk id="6" creationId="{C819254A-A5B3-2DF8-475E-817F9E55AE2B}"/>
          </ac:picMkLst>
        </pc:picChg>
        <pc:picChg chg="add mod">
          <ac:chgData name="Jayesh Sharma" userId="3f79d9e1-a0cc-4b53-a092-53394bb453f1" providerId="ADAL" clId="{F23C6896-26D3-4CF8-A3C1-E57471ED2CA1}" dt="2026-01-21T03:56:41.378" v="681" actId="1076"/>
          <ac:picMkLst>
            <pc:docMk/>
            <pc:sldMk cId="1082560774" sldId="259"/>
            <ac:picMk id="10" creationId="{18B06A51-348E-A93A-AEA6-378BE5D05F8C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4:00:17.349" v="849" actId="1076"/>
        <pc:sldMkLst>
          <pc:docMk/>
          <pc:sldMk cId="1785245695" sldId="260"/>
        </pc:sldMkLst>
        <pc:spChg chg="mod">
          <ac:chgData name="Jayesh Sharma" userId="3f79d9e1-a0cc-4b53-a092-53394bb453f1" providerId="ADAL" clId="{F23C6896-26D3-4CF8-A3C1-E57471ED2CA1}" dt="2026-01-21T03:59:01.546" v="749" actId="20577"/>
          <ac:spMkLst>
            <pc:docMk/>
            <pc:sldMk cId="1785245695" sldId="260"/>
            <ac:spMk id="2" creationId="{0C1674A4-F9F9-E7D0-04D2-FC09B5A8168D}"/>
          </ac:spMkLst>
        </pc:spChg>
        <pc:spChg chg="del">
          <ac:chgData name="Jayesh Sharma" userId="3f79d9e1-a0cc-4b53-a092-53394bb453f1" providerId="ADAL" clId="{F23C6896-26D3-4CF8-A3C1-E57471ED2CA1}" dt="2026-01-21T03:57:34.533" v="689" actId="478"/>
          <ac:spMkLst>
            <pc:docMk/>
            <pc:sldMk cId="1785245695" sldId="260"/>
            <ac:spMk id="3" creationId="{5E554811-68F4-462E-582F-A5F332653DE7}"/>
          </ac:spMkLst>
        </pc:spChg>
        <pc:spChg chg="del">
          <ac:chgData name="Jayesh Sharma" userId="3f79d9e1-a0cc-4b53-a092-53394bb453f1" providerId="ADAL" clId="{F23C6896-26D3-4CF8-A3C1-E57471ED2CA1}" dt="2026-01-21T03:59:20.916" v="762" actId="478"/>
          <ac:spMkLst>
            <pc:docMk/>
            <pc:sldMk cId="1785245695" sldId="260"/>
            <ac:spMk id="4" creationId="{1E84C481-2D4D-4BE4-EB21-A8D9E1D2AA78}"/>
          </ac:spMkLst>
        </pc:spChg>
        <pc:spChg chg="add">
          <ac:chgData name="Jayesh Sharma" userId="3f79d9e1-a0cc-4b53-a092-53394bb453f1" providerId="ADAL" clId="{F23C6896-26D3-4CF8-A3C1-E57471ED2CA1}" dt="2026-01-21T03:57:16.253" v="683"/>
          <ac:spMkLst>
            <pc:docMk/>
            <pc:sldMk cId="1785245695" sldId="260"/>
            <ac:spMk id="5" creationId="{DA85B6E3-8BE8-6855-FBE2-AC82B979A07D}"/>
          </ac:spMkLst>
        </pc:spChg>
        <pc:spChg chg="add mod">
          <ac:chgData name="Jayesh Sharma" userId="3f79d9e1-a0cc-4b53-a092-53394bb453f1" providerId="ADAL" clId="{F23C6896-26D3-4CF8-A3C1-E57471ED2CA1}" dt="2026-01-21T04:00:17.349" v="849" actId="1076"/>
          <ac:spMkLst>
            <pc:docMk/>
            <pc:sldMk cId="1785245695" sldId="260"/>
            <ac:spMk id="7" creationId="{9C783C86-8526-B48D-FB6B-E0845BA77CBD}"/>
          </ac:spMkLst>
        </pc:spChg>
        <pc:picChg chg="add mod modCrop">
          <ac:chgData name="Jayesh Sharma" userId="3f79d9e1-a0cc-4b53-a092-53394bb453f1" providerId="ADAL" clId="{F23C6896-26D3-4CF8-A3C1-E57471ED2CA1}" dt="2026-01-21T03:57:38.771" v="692" actId="1076"/>
          <ac:picMkLst>
            <pc:docMk/>
            <pc:sldMk cId="1785245695" sldId="260"/>
            <ac:picMk id="6" creationId="{FFD574FE-45A7-79F7-E55D-E41F3D19BF31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4:03:42.116" v="920" actId="1076"/>
        <pc:sldMkLst>
          <pc:docMk/>
          <pc:sldMk cId="3918429133" sldId="261"/>
        </pc:sldMkLst>
        <pc:spChg chg="mod">
          <ac:chgData name="Jayesh Sharma" userId="3f79d9e1-a0cc-4b53-a092-53394bb453f1" providerId="ADAL" clId="{F23C6896-26D3-4CF8-A3C1-E57471ED2CA1}" dt="2026-01-21T04:00:58.734" v="880"/>
          <ac:spMkLst>
            <pc:docMk/>
            <pc:sldMk cId="3918429133" sldId="261"/>
            <ac:spMk id="2" creationId="{8A1FCAC1-1019-07AF-A060-ACFAB64CB3FB}"/>
          </ac:spMkLst>
        </pc:spChg>
        <pc:spChg chg="del">
          <ac:chgData name="Jayesh Sharma" userId="3f79d9e1-a0cc-4b53-a092-53394bb453f1" providerId="ADAL" clId="{F23C6896-26D3-4CF8-A3C1-E57471ED2CA1}" dt="2026-01-21T04:01:01.184" v="881" actId="478"/>
          <ac:spMkLst>
            <pc:docMk/>
            <pc:sldMk cId="3918429133" sldId="261"/>
            <ac:spMk id="3" creationId="{B08B6906-EC2E-847A-56A6-0D3A478506D4}"/>
          </ac:spMkLst>
        </pc:spChg>
        <pc:spChg chg="del">
          <ac:chgData name="Jayesh Sharma" userId="3f79d9e1-a0cc-4b53-a092-53394bb453f1" providerId="ADAL" clId="{F23C6896-26D3-4CF8-A3C1-E57471ED2CA1}" dt="2026-01-21T04:01:02.036" v="882" actId="478"/>
          <ac:spMkLst>
            <pc:docMk/>
            <pc:sldMk cId="3918429133" sldId="261"/>
            <ac:spMk id="4" creationId="{F230707C-3D98-D4BF-9D9D-7AA07BD66A3D}"/>
          </ac:spMkLst>
        </pc:spChg>
        <pc:spChg chg="add mod">
          <ac:chgData name="Jayesh Sharma" userId="3f79d9e1-a0cc-4b53-a092-53394bb453f1" providerId="ADAL" clId="{F23C6896-26D3-4CF8-A3C1-E57471ED2CA1}" dt="2026-01-21T04:03:42.116" v="920" actId="1076"/>
          <ac:spMkLst>
            <pc:docMk/>
            <pc:sldMk cId="3918429133" sldId="261"/>
            <ac:spMk id="6" creationId="{C07894BD-1CC4-A157-A378-6345DF326754}"/>
          </ac:spMkLst>
        </pc:spChg>
        <pc:picChg chg="add mod">
          <ac:chgData name="Jayesh Sharma" userId="3f79d9e1-a0cc-4b53-a092-53394bb453f1" providerId="ADAL" clId="{F23C6896-26D3-4CF8-A3C1-E57471ED2CA1}" dt="2026-01-21T04:01:03.517" v="883" actId="1076"/>
          <ac:picMkLst>
            <pc:docMk/>
            <pc:sldMk cId="3918429133" sldId="261"/>
            <ac:picMk id="5" creationId="{9A977A3E-F09F-C37D-ACC6-D95670B99302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4:05:05.250" v="1090" actId="1076"/>
        <pc:sldMkLst>
          <pc:docMk/>
          <pc:sldMk cId="3883684427" sldId="262"/>
        </pc:sldMkLst>
        <pc:spChg chg="mod">
          <ac:chgData name="Jayesh Sharma" userId="3f79d9e1-a0cc-4b53-a092-53394bb453f1" providerId="ADAL" clId="{F23C6896-26D3-4CF8-A3C1-E57471ED2CA1}" dt="2026-01-21T04:04:37.980" v="1041" actId="20577"/>
          <ac:spMkLst>
            <pc:docMk/>
            <pc:sldMk cId="3883684427" sldId="262"/>
            <ac:spMk id="2" creationId="{A841CD8B-92A6-AE21-8024-B95508FC5CE1}"/>
          </ac:spMkLst>
        </pc:spChg>
        <pc:spChg chg="del">
          <ac:chgData name="Jayesh Sharma" userId="3f79d9e1-a0cc-4b53-a092-53394bb453f1" providerId="ADAL" clId="{F23C6896-26D3-4CF8-A3C1-E57471ED2CA1}" dt="2026-01-21T04:04:09.972" v="925" actId="478"/>
          <ac:spMkLst>
            <pc:docMk/>
            <pc:sldMk cId="3883684427" sldId="262"/>
            <ac:spMk id="3" creationId="{16FEC2C7-51C4-BCB3-62DA-D01C13A5EE4E}"/>
          </ac:spMkLst>
        </pc:spChg>
        <pc:spChg chg="del">
          <ac:chgData name="Jayesh Sharma" userId="3f79d9e1-a0cc-4b53-a092-53394bb453f1" providerId="ADAL" clId="{F23C6896-26D3-4CF8-A3C1-E57471ED2CA1}" dt="2026-01-21T04:04:12.206" v="926" actId="478"/>
          <ac:spMkLst>
            <pc:docMk/>
            <pc:sldMk cId="3883684427" sldId="262"/>
            <ac:spMk id="4" creationId="{9AB8742C-5081-AC53-116C-74B1EE231353}"/>
          </ac:spMkLst>
        </pc:spChg>
        <pc:spChg chg="add">
          <ac:chgData name="Jayesh Sharma" userId="3f79d9e1-a0cc-4b53-a092-53394bb453f1" providerId="ADAL" clId="{F23C6896-26D3-4CF8-A3C1-E57471ED2CA1}" dt="2026-01-21T04:04:02.604" v="921"/>
          <ac:spMkLst>
            <pc:docMk/>
            <pc:sldMk cId="3883684427" sldId="262"/>
            <ac:spMk id="5" creationId="{EBC00B63-6E93-9A12-61C5-4BBF8606643D}"/>
          </ac:spMkLst>
        </pc:spChg>
        <pc:spChg chg="add mod">
          <ac:chgData name="Jayesh Sharma" userId="3f79d9e1-a0cc-4b53-a092-53394bb453f1" providerId="ADAL" clId="{F23C6896-26D3-4CF8-A3C1-E57471ED2CA1}" dt="2026-01-21T04:05:05.250" v="1090" actId="1076"/>
          <ac:spMkLst>
            <pc:docMk/>
            <pc:sldMk cId="3883684427" sldId="262"/>
            <ac:spMk id="7" creationId="{3D230491-5FC6-C053-5366-EB94AA1C26D6}"/>
          </ac:spMkLst>
        </pc:spChg>
        <pc:picChg chg="add mod">
          <ac:chgData name="Jayesh Sharma" userId="3f79d9e1-a0cc-4b53-a092-53394bb453f1" providerId="ADAL" clId="{F23C6896-26D3-4CF8-A3C1-E57471ED2CA1}" dt="2026-01-21T04:04:40.446" v="1042" actId="1076"/>
          <ac:picMkLst>
            <pc:docMk/>
            <pc:sldMk cId="3883684427" sldId="262"/>
            <ac:picMk id="6" creationId="{57224110-5632-95E1-AE39-8225F998EC02}"/>
          </ac:picMkLst>
        </pc:picChg>
      </pc:sldChg>
      <pc:sldChg chg="addSp delSp modSp new mod">
        <pc:chgData name="Jayesh Sharma" userId="3f79d9e1-a0cc-4b53-a092-53394bb453f1" providerId="ADAL" clId="{F23C6896-26D3-4CF8-A3C1-E57471ED2CA1}" dt="2026-01-21T04:07:03.891" v="1256" actId="20577"/>
        <pc:sldMkLst>
          <pc:docMk/>
          <pc:sldMk cId="2989805938" sldId="263"/>
        </pc:sldMkLst>
        <pc:spChg chg="mod">
          <ac:chgData name="Jayesh Sharma" userId="3f79d9e1-a0cc-4b53-a092-53394bb453f1" providerId="ADAL" clId="{F23C6896-26D3-4CF8-A3C1-E57471ED2CA1}" dt="2026-01-21T04:05:57.155" v="1139" actId="1076"/>
          <ac:spMkLst>
            <pc:docMk/>
            <pc:sldMk cId="2989805938" sldId="263"/>
            <ac:spMk id="2" creationId="{1F47DBFC-81D5-2B25-3287-F1383D451058}"/>
          </ac:spMkLst>
        </pc:spChg>
        <pc:spChg chg="del">
          <ac:chgData name="Jayesh Sharma" userId="3f79d9e1-a0cc-4b53-a092-53394bb453f1" providerId="ADAL" clId="{F23C6896-26D3-4CF8-A3C1-E57471ED2CA1}" dt="2026-01-21T04:05:37.863" v="1100" actId="478"/>
          <ac:spMkLst>
            <pc:docMk/>
            <pc:sldMk cId="2989805938" sldId="263"/>
            <ac:spMk id="3" creationId="{4ED024C0-A7E8-3D48-F274-E83D545694DB}"/>
          </ac:spMkLst>
        </pc:spChg>
        <pc:spChg chg="del">
          <ac:chgData name="Jayesh Sharma" userId="3f79d9e1-a0cc-4b53-a092-53394bb453f1" providerId="ADAL" clId="{F23C6896-26D3-4CF8-A3C1-E57471ED2CA1}" dt="2026-01-21T04:05:35.570" v="1098" actId="478"/>
          <ac:spMkLst>
            <pc:docMk/>
            <pc:sldMk cId="2989805938" sldId="263"/>
            <ac:spMk id="4" creationId="{1B50BF46-C74F-2CDD-1100-1CDA2688359E}"/>
          </ac:spMkLst>
        </pc:spChg>
        <pc:spChg chg="add">
          <ac:chgData name="Jayesh Sharma" userId="3f79d9e1-a0cc-4b53-a092-53394bb453f1" providerId="ADAL" clId="{F23C6896-26D3-4CF8-A3C1-E57471ED2CA1}" dt="2026-01-21T04:05:20.226" v="1092"/>
          <ac:spMkLst>
            <pc:docMk/>
            <pc:sldMk cId="2989805938" sldId="263"/>
            <ac:spMk id="5" creationId="{8E915343-44BC-664B-CA1A-299F95FBF3D1}"/>
          </ac:spMkLst>
        </pc:spChg>
        <pc:spChg chg="add mod">
          <ac:chgData name="Jayesh Sharma" userId="3f79d9e1-a0cc-4b53-a092-53394bb453f1" providerId="ADAL" clId="{F23C6896-26D3-4CF8-A3C1-E57471ED2CA1}" dt="2026-01-21T04:07:03.891" v="1256" actId="20577"/>
          <ac:spMkLst>
            <pc:docMk/>
            <pc:sldMk cId="2989805938" sldId="263"/>
            <ac:spMk id="9" creationId="{FA342BAC-F8B6-4E03-13A1-D4D5C3090030}"/>
          </ac:spMkLst>
        </pc:spChg>
        <pc:picChg chg="add mod modCrop">
          <ac:chgData name="Jayesh Sharma" userId="3f79d9e1-a0cc-4b53-a092-53394bb453f1" providerId="ADAL" clId="{F23C6896-26D3-4CF8-A3C1-E57471ED2CA1}" dt="2026-01-21T04:05:59.596" v="1140" actId="14100"/>
          <ac:picMkLst>
            <pc:docMk/>
            <pc:sldMk cId="2989805938" sldId="263"/>
            <ac:picMk id="6" creationId="{7F467675-67B5-F61C-1420-EB7F23285CE9}"/>
          </ac:picMkLst>
        </pc:picChg>
        <pc:picChg chg="add mod">
          <ac:chgData name="Jayesh Sharma" userId="3f79d9e1-a0cc-4b53-a092-53394bb453f1" providerId="ADAL" clId="{F23C6896-26D3-4CF8-A3C1-E57471ED2CA1}" dt="2026-01-21T04:06:16.700" v="1143" actId="1076"/>
          <ac:picMkLst>
            <pc:docMk/>
            <pc:sldMk cId="2989805938" sldId="263"/>
            <ac:picMk id="8" creationId="{0067F9F0-7D4F-16C2-DE54-CA2A89E87F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1609-9564-3406-63F8-40CE5DBB0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1E636-18A5-79F4-21D9-C15646AF7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AED3-4322-235D-67E7-CB01CC01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6FF0-ECDB-F84A-D9DA-FAAAA343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06B3-1D6E-7436-472E-AFF91AA8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2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1298-5BFB-3B4A-0FC1-A903282A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E78B-100F-2695-0803-D6A78AB6C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DCCD-7901-423F-9FB8-6AFBACFA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9AE6E-25F8-5A5E-53EF-34DF791C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D6FA-57E5-5CBE-8F09-EFE31BDA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7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89FC-B59F-6EEC-93DB-968B9A2B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14D77-1F45-4F4F-EC9D-F1A4EA7C6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5542B-916D-AC04-090A-037B078A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B69C9-F87E-0B62-81B5-52DB5E1A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D8F0B-51D6-7F86-A4BB-3E6E5B95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7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130F-088E-46F6-6616-51E6420F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37E78-C39D-3E9F-86F5-A4EBE1E9D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8B514-DFB8-9306-3E6E-06322504C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7C3ED-F010-527D-F050-CA7CA65D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7C04A-CD74-07E5-C797-FD391C18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D2411-6B6C-B717-7C46-DBAA2EBE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45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6507-861F-E8BD-8D90-45A8230B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C383-5C3A-C32C-A1F7-24EBD45B1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AC47A-F2F6-5663-D911-B9916631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629C3-1D56-BF44-25FC-9FBCCFC63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3514F-A9DC-F5A5-0B23-1A630CEAB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A9F70-DF00-163C-07B3-E54D6E23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5D7D6-27A2-48ED-CFFB-54403164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1B1EEE-D58F-2491-2299-01593E22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7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08C0-EDDE-28DE-C843-0BD558DF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524D9-386F-5D5E-9218-4732C2EE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F5A14-F3F9-C4FA-9A7C-2018DAFD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37E99-4455-8386-CFD9-BFA3F5DB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3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FE26D-4BCC-A89A-4305-F968CB16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17F92-4A9B-C4F5-9825-F4811BE5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66496-C0FC-3D73-EA4C-60915C50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CD48-55A0-9925-A7F8-54DA671E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E9AB-6EFD-FB14-1A55-A26AA8B19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3A297-BB6C-17D4-5BEB-DF397DB72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D2C0C-47AA-468C-344F-C0AF379D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67E26-8DB6-AE4F-09CD-9D6A19D9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A07A5-0434-3C48-AE92-3FFE2D20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AF7D-1A9B-D6CB-E982-F5A194B9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28576-44A4-5CF7-C3FC-A560C8BD4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64138-D5CA-2FF2-7C02-AC1A7DFC2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F3A20-98BA-7DD5-3F6E-C45B1AB0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48362-6C19-2091-5ACD-816BD84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AD2A4-D074-35B8-699A-ECEED5BA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14C0-5992-380C-1884-F026CD91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CBF32-866E-2BB7-51FF-7581E4261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B9753-DC75-9108-9569-9130DC3D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A03DD-73AD-FC1E-1BF5-F5C1C375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74BF-1C5B-C724-261D-97AABB13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8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F7012-4C2A-E901-A844-47FDC4C6A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1C6CA-19CF-7A30-D618-58A07FC37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C7D1-CD91-2608-2252-46C7A764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59CAE-7C3F-78C1-7129-B366D407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1ABD-4775-A6AB-D621-B8B640B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5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E14F7-AE28-E64A-B2EB-C157A6C1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D6DC6-F5ED-886F-1CFB-A523A5A5B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1E2F-6877-2409-F839-152F89469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92DE0-2352-4529-BBF5-1DCDFC8C34B4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4129C-D879-4C2E-AF40-F46189923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2326-5E3C-491F-609A-57E68E0D8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D7C84-DCB2-4CD4-8407-3A27F819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6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5B6D-17E7-D0D7-4728-DD1EB222C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Changes in Videos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74816-D0A2-65B5-B30D-2A008B78E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14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970AB-C8BD-6774-DD16-98597402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4" y="0"/>
            <a:ext cx="10515600" cy="1325563"/>
          </a:xfrm>
        </p:spPr>
        <p:txBody>
          <a:bodyPr/>
          <a:lstStyle/>
          <a:p>
            <a:r>
              <a:rPr lang="en-US" dirty="0"/>
              <a:t>Change with real Product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9BFB7D4-512A-06E1-2CA4-46444CD3C3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8B8CC8E-8073-FEF7-BC0C-22DC0213E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75D4F1-0D68-052F-C7C9-25427C9E7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7" t="7118" r="9296"/>
          <a:stretch/>
        </p:blipFill>
        <p:spPr>
          <a:xfrm>
            <a:off x="485776" y="1464681"/>
            <a:ext cx="4776788" cy="2465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B4FF30-5E6B-BC80-6455-DD611CCD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95" r="10000"/>
          <a:stretch/>
        </p:blipFill>
        <p:spPr>
          <a:xfrm>
            <a:off x="485776" y="4001294"/>
            <a:ext cx="4776788" cy="26935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F997B3-AFC5-6F21-73D2-9AE35617B8F0}"/>
              </a:ext>
            </a:extLst>
          </p:cNvPr>
          <p:cNvSpPr txBox="1"/>
          <p:nvPr/>
        </p:nvSpPr>
        <p:spPr>
          <a:xfrm>
            <a:off x="5576886" y="6087964"/>
            <a:ext cx="6129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Refer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video1 if possible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2CFA2C-4B53-70AF-CC6F-E9C78432D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014" y="1646278"/>
            <a:ext cx="6368199" cy="356544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5B9FBA3-E0C0-367E-A5CE-BD9FF815494F}"/>
              </a:ext>
            </a:extLst>
          </p:cNvPr>
          <p:cNvSpPr/>
          <p:nvPr/>
        </p:nvSpPr>
        <p:spPr>
          <a:xfrm>
            <a:off x="10691814" y="4543425"/>
            <a:ext cx="1014410" cy="98901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A36CF-2CF1-EF41-0E4C-0AC8DA3F3FDE}"/>
              </a:ext>
            </a:extLst>
          </p:cNvPr>
          <p:cNvSpPr txBox="1"/>
          <p:nvPr/>
        </p:nvSpPr>
        <p:spPr>
          <a:xfrm>
            <a:off x="10829930" y="5500031"/>
            <a:ext cx="1452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Remove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65E7-CEAB-6624-06B2-8D637332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this short video with Video 3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3CADB6F-57EF-9582-9C04-B5A7D891E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02BAA-C87F-35A8-6043-9B49BBFB4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6" y="2040731"/>
            <a:ext cx="5492749" cy="2471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EA7A33-B925-A9D8-5F06-09235C53440D}"/>
              </a:ext>
            </a:extLst>
          </p:cNvPr>
          <p:cNvSpPr txBox="1"/>
          <p:nvPr/>
        </p:nvSpPr>
        <p:spPr>
          <a:xfrm>
            <a:off x="231776" y="4647405"/>
            <a:ext cx="459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Re-Text with :-  On Field Tested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0B0E25-22A9-A502-6DA1-360C1BB53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02168"/>
            <a:ext cx="5615770" cy="295792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5FFC7E1-73BC-E1C8-2C32-D53499EFE6E3}"/>
              </a:ext>
            </a:extLst>
          </p:cNvPr>
          <p:cNvSpPr/>
          <p:nvPr/>
        </p:nvSpPr>
        <p:spPr>
          <a:xfrm>
            <a:off x="6095999" y="2586776"/>
            <a:ext cx="642935" cy="1325563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524A2-D831-7000-6950-A8FBFDBA79D6}"/>
              </a:ext>
            </a:extLst>
          </p:cNvPr>
          <p:cNvSpPr txBox="1"/>
          <p:nvPr/>
        </p:nvSpPr>
        <p:spPr>
          <a:xfrm>
            <a:off x="6321409" y="4560093"/>
            <a:ext cx="5542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If possible remove Red circle or Crop that part 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D7F3E8-E785-640D-ACE6-0E8A45662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35"/>
          <a:stretch/>
        </p:blipFill>
        <p:spPr>
          <a:xfrm>
            <a:off x="9091668" y="5016738"/>
            <a:ext cx="2881258" cy="16628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177BC9-8EAE-5150-23B1-AA46F2220A6D}"/>
              </a:ext>
            </a:extLst>
          </p:cNvPr>
          <p:cNvSpPr txBox="1"/>
          <p:nvPr/>
        </p:nvSpPr>
        <p:spPr>
          <a:xfrm>
            <a:off x="6553255" y="5848168"/>
            <a:ext cx="2538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Enhance video Quality if possible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45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3CC3-D845-AD01-048F-E96F8AE6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this with Video 8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80B434DC-B26C-F474-84CB-346889E9B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19254A-A5B3-2DF8-475E-817F9E55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12" t="3907" r="10586" b="-87"/>
          <a:stretch/>
        </p:blipFill>
        <p:spPr>
          <a:xfrm>
            <a:off x="490447" y="1978818"/>
            <a:ext cx="5300753" cy="29003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E6F99C-06A4-5998-51B9-7C8D47B536F1}"/>
              </a:ext>
            </a:extLst>
          </p:cNvPr>
          <p:cNvSpPr txBox="1"/>
          <p:nvPr/>
        </p:nvSpPr>
        <p:spPr>
          <a:xfrm>
            <a:off x="2515791" y="5440144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to add shorts of video 8 where system is moving as drone move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B06A51-348E-A93A-AEA6-378BE5D05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37" y="1922891"/>
            <a:ext cx="4424363" cy="32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6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74A4-F9F9-E7D0-04D2-FC09B5A8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with Video 7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DA85B6E3-8BE8-6855-FBE2-AC82B979A0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574FE-45A7-79F7-E55D-E41F3D19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3" t="-87" r="9532" b="-1"/>
          <a:stretch/>
        </p:blipFill>
        <p:spPr>
          <a:xfrm>
            <a:off x="299251" y="1983581"/>
            <a:ext cx="5720550" cy="3195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783C86-8526-B48D-FB6B-E0845BA77CBD}"/>
              </a:ext>
            </a:extLst>
          </p:cNvPr>
          <p:cNvSpPr txBox="1"/>
          <p:nvPr/>
        </p:nvSpPr>
        <p:spPr>
          <a:xfrm>
            <a:off x="476251" y="5825906"/>
            <a:ext cx="10877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Autonomous Operation change background video with video 7 and try to add shorts of video 7 of time 00:30 to 00:40 Time frame of video </a:t>
            </a:r>
          </a:p>
        </p:txBody>
      </p:sp>
    </p:spTree>
    <p:extLst>
      <p:ext uri="{BB962C8B-B14F-4D97-AF65-F5344CB8AC3E}">
        <p14:creationId xmlns:p14="http://schemas.microsoft.com/office/powerpoint/2010/main" val="17852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CAC1-1019-07AF-A060-ACFAB64C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with new OBJ file Next Gen part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77A3E-F09F-C37D-ACC6-D95670B9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1943100"/>
            <a:ext cx="7112000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7894BD-1CC4-A157-A378-6345DF326754}"/>
              </a:ext>
            </a:extLst>
          </p:cNvPr>
          <p:cNvSpPr txBox="1"/>
          <p:nvPr/>
        </p:nvSpPr>
        <p:spPr>
          <a:xfrm>
            <a:off x="633415" y="5668744"/>
            <a:ext cx="3667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 system is not visible </a:t>
            </a:r>
          </a:p>
        </p:txBody>
      </p:sp>
    </p:spTree>
    <p:extLst>
      <p:ext uri="{BB962C8B-B14F-4D97-AF65-F5344CB8AC3E}">
        <p14:creationId xmlns:p14="http://schemas.microsoft.com/office/powerpoint/2010/main" val="391842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CD8B-92A6-AE21-8024-B95508F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with some other AI image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BC00B63-6E93-9A12-61C5-4BBF860664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24110-5632-95E1-AE39-8225F998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1548407"/>
            <a:ext cx="8358188" cy="3761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30491-5FC6-C053-5366-EB94AA1C26D6}"/>
              </a:ext>
            </a:extLst>
          </p:cNvPr>
          <p:cNvSpPr txBox="1"/>
          <p:nvPr/>
        </p:nvSpPr>
        <p:spPr>
          <a:xfrm>
            <a:off x="633415" y="5511581"/>
            <a:ext cx="3667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Lets Discuss on call for this change </a:t>
            </a:r>
          </a:p>
        </p:txBody>
      </p:sp>
    </p:spTree>
    <p:extLst>
      <p:ext uri="{BB962C8B-B14F-4D97-AF65-F5344CB8AC3E}">
        <p14:creationId xmlns:p14="http://schemas.microsoft.com/office/powerpoint/2010/main" val="388368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DBFC-81D5-2B25-3287-F1383D45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65099"/>
            <a:ext cx="5900377" cy="1325563"/>
          </a:xfrm>
        </p:spPr>
        <p:txBody>
          <a:bodyPr/>
          <a:lstStyle/>
          <a:p>
            <a:r>
              <a:rPr lang="en-US" dirty="0"/>
              <a:t>Change this with Assembly Image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8E915343-44BC-664B-CA1A-299F95FBF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67675-67B5-F61C-1420-EB7F23285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52" r="9845"/>
          <a:stretch/>
        </p:blipFill>
        <p:spPr>
          <a:xfrm>
            <a:off x="257175" y="2085975"/>
            <a:ext cx="6143625" cy="3663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67F9F0-7D4F-16C2-DE54-CA2A89E87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315" y="310326"/>
            <a:ext cx="5772374" cy="54395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42BAC-F8B6-4E03-13A1-D4D5C3090030}"/>
              </a:ext>
            </a:extLst>
          </p:cNvPr>
          <p:cNvSpPr txBox="1"/>
          <p:nvPr/>
        </p:nvSpPr>
        <p:spPr>
          <a:xfrm>
            <a:off x="6495758" y="6038027"/>
            <a:ext cx="4895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With help of AI try to recreate complete assembly if not possible add this image  </a:t>
            </a:r>
          </a:p>
        </p:txBody>
      </p:sp>
    </p:spTree>
    <p:extLst>
      <p:ext uri="{BB962C8B-B14F-4D97-AF65-F5344CB8AC3E}">
        <p14:creationId xmlns:p14="http://schemas.microsoft.com/office/powerpoint/2010/main" val="298980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135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Changes in Videos</vt:lpstr>
      <vt:lpstr>Change with real Product</vt:lpstr>
      <vt:lpstr>Change this short video with Video 3 </vt:lpstr>
      <vt:lpstr>Change this with Video 8</vt:lpstr>
      <vt:lpstr>Change with Video 7</vt:lpstr>
      <vt:lpstr>Change with new OBJ file Next Gen part 2</vt:lpstr>
      <vt:lpstr>Change with some other AI image</vt:lpstr>
      <vt:lpstr>Change this with Assembly Image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Sharma</dc:creator>
  <cp:lastModifiedBy>Jayesh Sharma</cp:lastModifiedBy>
  <cp:revision>1</cp:revision>
  <dcterms:created xsi:type="dcterms:W3CDTF">2026-01-21T03:19:33Z</dcterms:created>
  <dcterms:modified xsi:type="dcterms:W3CDTF">2026-01-21T04:07:10Z</dcterms:modified>
</cp:coreProperties>
</file>